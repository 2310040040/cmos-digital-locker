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37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5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688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31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9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6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41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36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04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3004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388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5450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15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33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59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12902-743F-408D-A6FC-5074F39C8AF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89DD807-2B3D-4145-8054-041EFB69C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256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C49F-4513-136B-3148-97CBD7875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1091" y="1449978"/>
            <a:ext cx="9303521" cy="2109651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Digital Lock with 2-Bit Attempt Counter and Lockout Logic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8013C-D0EC-34F6-C03D-868EBB74F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9280" y="4931229"/>
            <a:ext cx="4998720" cy="1058407"/>
          </a:xfrm>
        </p:spPr>
        <p:txBody>
          <a:bodyPr/>
          <a:lstStyle/>
          <a:p>
            <a:pPr algn="l"/>
            <a:r>
              <a:rPr lang="en-IN" dirty="0"/>
              <a:t>2310040040-D.Rahul</a:t>
            </a:r>
            <a:br>
              <a:rPr lang="en-IN" dirty="0"/>
            </a:br>
            <a:r>
              <a:rPr lang="en-IN" dirty="0"/>
              <a:t>2310040042-K.Harshavardhan reddy</a:t>
            </a:r>
          </a:p>
        </p:txBody>
      </p:sp>
    </p:spTree>
    <p:extLst>
      <p:ext uri="{BB962C8B-B14F-4D97-AF65-F5344CB8AC3E}">
        <p14:creationId xmlns:p14="http://schemas.microsoft.com/office/powerpoint/2010/main" val="6050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E5FD-106F-7460-0309-6DB120D3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C893-14EC-DD73-37E4-66DB03ACB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CMOS Digital Lock with 2-Bit Attempt Counter and Lockout Logic is a secure access control circuit designed using low-power CMOS logic.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traditional password-based systems by limiting the number of wrong attempts and triggering a lockout after repeated failures.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low-power CMOS digital lock with a 2-bit attempt counter and lockout logic to restrict access after three incorrect password attempts.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87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BF2B-9EC0-E0C5-9649-12DBFE1B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B6EBB-C871-B223-CCAA-A5A9C8D53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CMOS digital lock was designed and simulated in Cadence Virtuoso at 90 nm technology.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2-bit counter built using D flip-flops and XOR gates increments with each wrong attempt.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counter reaches ‘11’, the lockout logic activates an AND gate output to block further inputs until reset.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43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D6DD-39E5-ADD0-F407-6B5ADFBD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AD62F-6F7C-4223-2EF7-1847D78B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ATMs, banking terminals, and smart door locks to prevent unauthorized access through brute-force password attempts.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IoT and embedded systems where low-power, hardware-based security is essential for reliable operation.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into ASIC or FPGA platforms to enable fast, real-time authentication in modern digital security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0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ACCF-6FF2-92F1-F02B-6238FA8D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CIRCUIT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BA9AD6-9765-B33A-28F8-18F3CBBDA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501" y="1690688"/>
            <a:ext cx="9384636" cy="461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83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BB3E-065A-0787-2D22-BC6A32B9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TESTING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749B5D-44AD-9B20-3CE0-7E20225AC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4557" y="2133600"/>
            <a:ext cx="7544711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4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2D1F-E8BB-B806-5A72-D180005B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TESTING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3CA363-DA32-DDE2-E0D3-CB39ABB46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4557" y="2133600"/>
            <a:ext cx="7544711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5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F04E-03B1-88E7-8ADD-9A45A4F6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276A-069F-CC5F-466D-683BFDA29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207623"/>
            <a:ext cx="8615005" cy="31416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CMOS digital lock efficiently restricts access after three wrong attempts using low-power logic.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secure and reliable operation with minimal power consumption.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include integration with biometric or RFID authentication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29738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</TotalTime>
  <Words>252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Wisp</vt:lpstr>
      <vt:lpstr>CMOS Digital Lock with 2-Bit Attempt Counter and Lockout Logic</vt:lpstr>
      <vt:lpstr>                  INTRODUCTION</vt:lpstr>
      <vt:lpstr>                    METHODOLOGY</vt:lpstr>
      <vt:lpstr>                    APPLICATIONS</vt:lpstr>
      <vt:lpstr>              CIRCUIT DIAGRAM</vt:lpstr>
      <vt:lpstr>                       TESTING</vt:lpstr>
      <vt:lpstr>               TESTING OUTPUT</vt:lpstr>
      <vt:lpstr>            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harshavardhanreddy1009@gmail.com</dc:creator>
  <cp:lastModifiedBy>harshavardhanreddy1009@gmail.com</cp:lastModifiedBy>
  <cp:revision>3</cp:revision>
  <dcterms:created xsi:type="dcterms:W3CDTF">2025-11-06T06:08:22Z</dcterms:created>
  <dcterms:modified xsi:type="dcterms:W3CDTF">2025-11-12T09:26:09Z</dcterms:modified>
</cp:coreProperties>
</file>